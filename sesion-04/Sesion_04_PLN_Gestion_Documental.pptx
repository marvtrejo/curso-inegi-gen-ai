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Comparte solo la versión de participante del archivo de registros. Si compartes el completo, la hoja de clave revela los temas y la práctica C se arruina.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 desde el principio que lo que se busca es la afirmación que no se sostiene. Si no, se quedan comparando estilos.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Dales dos ejemplos de qué buscar: población objetivo contra población potencial, y una lista limitativa contra una enunciativa. Los que terminan en quince minutos no están cazando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reveles la distribución real de los temas hasta el final. Los seis registros ambiguos son los que hacen la discusión. Cronometra los tres tiempos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Diez minutos. Haz notar que la segunda salida ya la usaron hoy sin darse cuenta: construyeron el libro sobre una muestra y después clasificaron el total. Es una técnica, no un atajo.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II. ANÁLISIS CUALITATIVO ASISTIDO POR IA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4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trabajar con mucho texto: las cuatro tareas del PLN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18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tareas y para qué sirve cada una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A: las dos formas de resumir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B: sacar la tabla de adentro del texto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C: agrupar temas sin perder a la minoría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D: postura y causa raíz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haces cuando el texto no cabe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entregables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trabajas 90 minutos con las manos en el teclado. Es la sesión con más práctica de las dos semanas.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tareas del procesamiento de texto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9:25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todo tu trabajo con texto cae en una de estas cuatro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antes de escribir un prompt es cuál de las cuatro tienes enfrente. El prompt es distinto en cada caso.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Resumir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mucho texto en poco texto. Tiene dos formas y sirven para cosas distintas.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datos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Extraer información específica de texto denso y ponerla en una tabla comparable.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Agrupar temas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Descubrir de qué hablan un montón de textos cuando son demasiados para leerlos.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Clasificar postura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percepciones o cumplimiento sobre un conjunto de testimonios o quejas.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de resumir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parecen y no sirven para lo mismo.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64328" cy="2672334"/>
          </a:xfrm>
          <a:prstGeom prst="roundRect">
            <a:avLst>
              <a:gd name="adj" fmla="val 273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76272"/>
            <a:ext cx="5364328" cy="292608"/>
          </a:xfrm>
          <a:prstGeom prst="rect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Extractiva: copia las frases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4852264" cy="1575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las oraciones exactas del documento, sin reescribirlas.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cuando necesitas conservar la redacción porque vas a citar el texto.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más segura: no puede inventar, porque solo puede copiar.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Úsala para armar tu evidencia.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0440" y="1810512"/>
            <a:ext cx="5364328" cy="2672334"/>
          </a:xfrm>
          <a:prstGeom prst="roundRect">
            <a:avLst>
              <a:gd name="adj" fmla="val 2737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0440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0440" y="2176272"/>
            <a:ext cx="5364328" cy="292608"/>
          </a:xfrm>
          <a:prstGeom prst="rect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6472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Abstractiva: escribe de nuevo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16472" y="2679192"/>
            <a:ext cx="4852264" cy="1575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Reescribe el contenido con palabras nuevas.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cuando necesitas un resumen que integre patrones y contradicciones entre varios documentos.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más útil y más riesgosa: puede meter matices que no estaban.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Úsala para redactar tu conclusión, y compárala contra la extractiva.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práctica: la extractiva arma la evidencia, la abstractiva redacta la conclusión.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A. Las dos formas sobre el mismo documento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1499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1499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Adjunta un informe de evaluación público en Copilot Chat y pide la síntesis extractiva. Dile expresamente que transcriba oraciones textuales sin reescribirlas, y que las ponga entre comillas.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98323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321297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321297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307467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pide la abstractiva del mismo documento, con un máximo de doscientas palabras.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404622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427596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27596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413766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 las dos salidas lado a lado y busca una afirmación que esté en la abstractiva pero no se sostenga en ninguna oración de la extractiva.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10921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53389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53389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520065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en tu bitácora en qué caso usarías cada una en tu trabajo real.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la tabla de adentro del texto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tarea que más tiempo te ahorra cuando revisas reglas de operación.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Población objetivo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mujeres rurales de 18 a 59 años. Viene redactada dentro de un artículo, casi nunca en una tabla.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4314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 del apoyo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3,100 pesos bimestrales. Suele traer condiciones de aumento y de reducción escondidas en el mismo párrafo.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1701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comprobante de domicilio y CURP. Fíjate siempre si la lista es limitativa o enunciativa: no es lo mismo.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B. Tres programas en una sola tabla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con tres conjuntos de reglas de operación distintos. Llega a una sola tabla con las mismas columnas para los tres.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está la dificultad de verdad: cada documento le pone otro nombre a las cosas, y el modelo va a forzar equivalencias que no existen.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trabajo es cazar esas equivalencias falsas y corregirlas a mano. Marca esas celdas con color.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cuántas encontraste. Ese número es el entregable interesante, no la tabla.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hace en Copilot Chat con los tres documentos adjuntos. La tabla final la pegas en la plantilla de Plantillas_tabulares_curso_IA.xlsx.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PRÁCTICA MÁS IMPORTANTE DEL DÍA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Agrupar temas sin perder a la minoría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10:25 a 11:00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 profesional tiene tres tiempos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no es una sugerencia. Es lo que convierte el ejercicio en un trabajo que puedes defender.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86229" y="2066544"/>
            <a:ext cx="566928" cy="56692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86229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propone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una muestra de los registros y le pides un libro de códigos: categorías, con su definición y con ejemplos.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hace lo que hace bien, que es encontrar patrones en volumen.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45610" y="2194560"/>
            <a:ext cx="274320" cy="310896"/>
          </a:xfrm>
          <a:prstGeom prst="rightArrow">
            <a:avLst/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3082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12384" y="2066544"/>
            <a:ext cx="566928" cy="566928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12384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5962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 ratificas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Revisas ese libro de códigos. Quitas las categorías que se traslapan, precisas las definiciones vagas y agregas las que el modelo no vio.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paso lo haces tú. No se delega.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871765" y="2194560"/>
            <a:ext cx="274320" cy="310896"/>
          </a:xfrm>
          <a:prstGeom prst="rightArrow">
            <a:avLst/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19237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38538" y="2066544"/>
            <a:ext cx="566928" cy="56692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38538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aplica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38693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Clasificas el conjunto completo con el libro ya ratificado.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revisas una muestra de veinte registros para ver qué tan bien lo hizo.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11057839" cy="493776"/>
          </a:xfrm>
          <a:prstGeom prst="roundRect">
            <a:avLst>
              <a:gd name="adj" fmla="val 11111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870448"/>
            <a:ext cx="10582351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dejas que el modelo invente las categorías y clasifique de un solo golpe, nadie va a poder explicar después de dónde salieron esas categorías.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 EL ORDEN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una evaluación, las categorías son el análisis. Si no puedes defender el libro de códigos, no puedes defender ninguna cifra que salga de él.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paso dos es el que convierte una salida automática en evidencia. Es también el que se califica. Un libro de códigos sin diferencias entre la versión propuesta y la ratificada es la señal de que ese paso no se hizo.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C. Cien registros de atención ciudadana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minutos. Dale una muestra de los registros y pídele un libro de códigos con categoría, definición y tres ejemplos de cada una.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minutos. Revisa y corrige ese libro. Llena sobre todo la columna de qué NO incluye cada categoría: es la que evita los traslapes y la que casi nadie llena.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minutos. Clasifica el conjunto completo con tu libro ratificado y revisa una muestra de veinte para ver cuántos quedaron bien.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registros que tocan dos o tres temas a la vez. Fíjate qué hace el modelo con ellos y qué harías tú.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Archivo: Registros_atencion_ciudadana_PARTICIPANTE.xlsx, hoja Registros. Súbelo a OneDrive y adjúntalo en Copilot Chat; si no lee la hoja, pega los registros directo.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D. Postura y causa raíz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 sobre transcripciones de foros de consulta.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391760" cy="2291842"/>
          </a:xfrm>
          <a:prstGeom prst="roundRect">
            <a:avLst>
              <a:gd name="adj" fmla="val 319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49162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 por dos ejes a la vez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4916272" cy="138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Polaridad: positiva, neutra o negativa.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raíz: infraestructura, presupuesto, gestión o transparencia.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eje casi nunca alcanza para decidir nada.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33008" y="2011680"/>
            <a:ext cx="5391760" cy="2291842"/>
          </a:xfrm>
          <a:prstGeom prst="roundRect">
            <a:avLst>
              <a:gd name="adj" fmla="val 3192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0752" y="2249424"/>
            <a:ext cx="49162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del final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70752" y="2714752"/>
            <a:ext cx="4916272" cy="138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resultado es que el 62 por ciento de las intervenciones fueron negativas, ¿qué decisión de política puedes tomar con eso?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suele ser ninguna. Ahí está la lección: la polaridad sola no es un hallazgo, es un punto de partida.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texto no cabe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herramienta tiene un límite de cuánto puede leer de una sola vez. Es la ventana de contexto que viste el lunes.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398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104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4810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7516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0222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2928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5634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340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046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3752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6458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9164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1870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4576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7282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9988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2694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5400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106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0812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3518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6224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8930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81636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4342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83728" y="2029968"/>
            <a:ext cx="4407760" cy="1472184"/>
          </a:xfrm>
          <a:prstGeom prst="roundRect">
            <a:avLst>
              <a:gd name="adj" fmla="val 4969"/>
            </a:avLst>
          </a:prstGeom>
          <a:ln w="31750">
            <a:solidFill>
              <a:srgbClr val="C85A28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2183728" y="3575304"/>
            <a:ext cx="440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el modelo ve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28648" y="35753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ve, y no te avisa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4050792"/>
            <a:ext cx="5391760" cy="2167128"/>
          </a:xfrm>
          <a:prstGeom prst="roundRect">
            <a:avLst>
              <a:gd name="adj" fmla="val 3376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251960"/>
            <a:ext cx="491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no es que falle</a:t>
            </a:r>
            <a:endParaRPr lang="en-US" sz="1550" dirty="0"/>
          </a:p>
        </p:txBody>
      </p:sp>
      <p:sp>
        <p:nvSpPr>
          <p:cNvPr id="35" name="Text 33"/>
          <p:cNvSpPr txBox="1"/>
          <p:nvPr/>
        </p:nvSpPr>
        <p:spPr>
          <a:xfrm>
            <a:off x="804672" y="4636008"/>
            <a:ext cx="49162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es que no te dice que no vio el resto. El resumen que te devuelve suena igual de completo que si lo hubiera leído todo.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aunque quepa, el peso se reparte: en un documento muy largo, un dato del medio recibe menos atención que uno del principio o del final.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233008" y="4050792"/>
            <a:ext cx="5391760" cy="2167128"/>
          </a:xfrm>
          <a:prstGeom prst="roundRect">
            <a:avLst>
              <a:gd name="adj" fmla="val 3376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70752" y="4251960"/>
            <a:ext cx="491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salidas</a:t>
            </a:r>
            <a:endParaRPr lang="en-US" sz="1550" dirty="0"/>
          </a:p>
        </p:txBody>
      </p:sp>
      <p:sp>
        <p:nvSpPr>
          <p:cNvPr id="38" name="Text 36"/>
          <p:cNvSpPr txBox="1"/>
          <p:nvPr/>
        </p:nvSpPr>
        <p:spPr>
          <a:xfrm>
            <a:off x="6470752" y="4636008"/>
            <a:ext cx="49162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Parte el texto en bloques y consolida al final, con el mismo libro de códigos en todas las tandas.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Trabaja con una muestra y valida contra el total. Es lo que hiciste hoy.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Pásate a código. Cuando son decenas de miles de registros, el chat ya no alcanza. Eso es el Módulo III.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hoy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3913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391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tabla comparativa de tres programas, con las equivalencias forzadas marcadas y corregidas.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05181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327926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2792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12496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libro de códigos en sus dos versiones: la que propuso el modelo y la que tú ratificaste. Si no hay diferencias entre las dos, el paso dos no se hizo.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09194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431939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193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416509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 de tu bitácora sobre en qué caso usarías la síntesis extractiva y en cuál la abstractiva.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13207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535952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3595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20522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tema tentativo del proyecto final de tu equipo, con la ruta metodológica que consideran.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5, lunes 21 de septiembre: las plataformas de análisis cualitativo. Ese día sí activas la prueba de Elicit, no antes.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2026-09-13T23:31:27Z</dcterms:created>
  <dcterms:modified xsi:type="dcterms:W3CDTF">2026-09-13T23:31:27Z</dcterms:modified>
</cp:coreProperties>
</file>