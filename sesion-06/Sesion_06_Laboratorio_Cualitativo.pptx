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 Y PLN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6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cualitativo aplicado a casos reales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Martes 22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Incluye el Laboratorio Práctico 2 y cierra el bloque.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490472"/>
          </a:xfrm>
          <a:prstGeom prst="roundRect">
            <a:avLst>
              <a:gd name="adj" fmla="val 4294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una matriz de evidencia y por qué se construye así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044952"/>
            <a:ext cx="5364328" cy="1490472"/>
          </a:xfrm>
          <a:prstGeom prst="roundRect">
            <a:avLst>
              <a:gd name="adj" fmla="val 4294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044952"/>
            <a:ext cx="137160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099816"/>
            <a:ext cx="3517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Práctico 2: patrones, matriz y síntesis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4681728"/>
            <a:ext cx="5364328" cy="1490472"/>
          </a:xfrm>
          <a:prstGeom prst="roundRect">
            <a:avLst>
              <a:gd name="adj" fmla="val 4294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4681728"/>
            <a:ext cx="137160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4736592"/>
            <a:ext cx="3517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0440" y="1408176"/>
            <a:ext cx="5364328" cy="1490472"/>
          </a:xfrm>
          <a:prstGeom prst="roundRect">
            <a:avLst>
              <a:gd name="adj" fmla="val 4294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79896" y="1408176"/>
            <a:ext cx="137160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888072" y="1463040"/>
            <a:ext cx="3517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Continúa el laboratorio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3044952"/>
            <a:ext cx="5364328" cy="1490472"/>
          </a:xfrm>
          <a:prstGeom prst="roundRect">
            <a:avLst>
              <a:gd name="adj" fmla="val 4294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3044952"/>
            <a:ext cx="137160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3099816"/>
            <a:ext cx="3517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Coevaluación cruzada entre equipos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4681728"/>
            <a:ext cx="5364328" cy="1490472"/>
          </a:xfrm>
          <a:prstGeom prst="roundRect">
            <a:avLst>
              <a:gd name="adj" fmla="val 4294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4681728"/>
            <a:ext cx="137160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4736592"/>
            <a:ext cx="3517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bloque y enlace con el Módulo III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son 85 minutos de laboratorio. Los mismos equipos del jueves pasado.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de evidencia, columna por columna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afirmación. Lo que no cabe en una fila no entra al informe.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se escribe ahí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Afirmación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 como va a quedar escrita en el informe. Si la redacta distinto después, ya no está trazada.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 textual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frase exacta del documento que la sostiene. Copiada, no parafraseada.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 y sección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del documento y el artículo, página o apartado donde está la cita.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Herramienta usada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Cuál la encontró. Sirve para saber después qué herramienta rinde en qué tarea.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Verificada por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 la persona del equipo que fue a la fuente y la comprobó.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de confianza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Alta, media o baja. Se declara siempre, incluso cuando es alta.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el nivel de confianza se declara siempre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609344"/>
            <a:ext cx="3503066" cy="1747520"/>
          </a:xfrm>
          <a:prstGeom prst="roundRect">
            <a:avLst>
              <a:gd name="adj" fmla="val 4186"/>
            </a:avLst>
          </a:prstGeom>
          <a:solidFill>
            <a:srgbClr val="DCEBE0"/>
          </a:solidFill>
          <a:ln w="12700">
            <a:solidFill>
              <a:srgbClr val="DCEB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84708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322576"/>
            <a:ext cx="3027578" cy="79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o más fuentes independientes del expediente sostienen la afirmación, y ambas dicen lo mismo.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4314" y="1609344"/>
            <a:ext cx="3503066" cy="1747520"/>
          </a:xfrm>
          <a:prstGeom prst="roundRect">
            <a:avLst>
              <a:gd name="adj" fmla="val 4186"/>
            </a:avLst>
          </a:prstGeom>
          <a:solidFill>
            <a:srgbClr val="F7EDD6"/>
          </a:solidFill>
          <a:ln w="12700">
            <a:solidFill>
              <a:srgbClr val="F7ED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82058" y="184708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82058" y="2322576"/>
            <a:ext cx="3027578" cy="79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directa la sostiene. Es suficiente para afirmarla, y quien lea el informe tiene derecho a saber que descansa en un solo documento.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21701" y="1609344"/>
            <a:ext cx="3503066" cy="1747520"/>
          </a:xfrm>
          <a:prstGeom prst="roundRect">
            <a:avLst>
              <a:gd name="adj" fmla="val 4186"/>
            </a:avLst>
          </a:prstGeom>
          <a:solidFill>
            <a:srgbClr val="F2DEDE"/>
          </a:solidFill>
          <a:ln w="12700">
            <a:solidFill>
              <a:srgbClr val="F2DE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9445" y="184708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59445" y="2322576"/>
            <a:ext cx="3027578" cy="79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evidencia es indirecta o la afirmación es una inferencia razonable. Entra al informe declarada como hipótesis, nunca como hallazgo.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su matriz todas las filas dicen confianza alta, algo se hizo mal. Eso lo vamos a revisar juntos.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PRÁCTICO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expediente, su matriz, su síntesis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9:20 a 10:45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equipos, un programa, seis entidades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comparten el mismo marco normativo. Cada equipo recibe una entidad y una pregunta distinta.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0664"/>
            <a:ext cx="3503066" cy="1843532"/>
          </a:xfrm>
          <a:prstGeom prst="roundRect">
            <a:avLst>
              <a:gd name="adj" fmla="val 396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012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0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704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 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72536"/>
            <a:ext cx="3027578" cy="34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centros comunitarios operan conforme a los estándares de las reglas de operación?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4314" y="2010664"/>
            <a:ext cx="3503066" cy="1843532"/>
          </a:xfrm>
          <a:prstGeom prst="roundRect">
            <a:avLst>
              <a:gd name="adj" fmla="val 396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23012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230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79704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 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3272536"/>
            <a:ext cx="3027578" cy="34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qué se debe el incremento de cobertura y qué tan sólido es ese resultado?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1701" y="2010664"/>
            <a:ext cx="3503066" cy="1843532"/>
          </a:xfrm>
          <a:prstGeom prst="roundRect">
            <a:avLst>
              <a:gd name="adj" fmla="val 396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23012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9445" y="2230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79704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 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272536"/>
            <a:ext cx="3027578" cy="34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mecanismos de dispersión funcionaron conforme a lo previsto?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128516"/>
            <a:ext cx="3503066" cy="1843532"/>
          </a:xfrm>
          <a:prstGeom prst="roundRect">
            <a:avLst>
              <a:gd name="adj" fmla="val 396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347972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" y="43479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49149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 D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390388"/>
            <a:ext cx="3027578" cy="34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disminuyó la cobertura y qué implica la respuesta para el diseño de la norma?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4314" y="4128516"/>
            <a:ext cx="3503066" cy="1843532"/>
          </a:xfrm>
          <a:prstGeom prst="roundRect">
            <a:avLst>
              <a:gd name="adj" fmla="val 396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82058" y="4347972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82058" y="43479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82058" y="49149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 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82058" y="5390388"/>
            <a:ext cx="3027578" cy="34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criterios de elegibilidad se aplican de manera homogénea en la entidad?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21701" y="4128516"/>
            <a:ext cx="3503066" cy="1843532"/>
          </a:xfrm>
          <a:prstGeom prst="roundRect">
            <a:avLst>
              <a:gd name="adj" fmla="val 396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59445" y="4347972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59445" y="43479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59445" y="49149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 F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59445" y="5390388"/>
            <a:ext cx="3027578" cy="34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diseño del programa es pertinente para el contexto de la entidad?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USTEDES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encargo tiene tres partes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Identifiquen los patrones que aparecen en su expediente, usando las técnicas del viernes pasado. Tienen tres documentos: informe estatal, registros administrativos y testimonios.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Construyan la matriz de evidencia con al menos doce afirmaciones trazadas. El marco normativo común forma parte del expediente y varias de las afirmaciones más sólidas salen de contrastarlo contra lo que reportan los documentos.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Redacten una síntesis cualitativa de máximo dos cuartillas que responda su pregunta de evaluación.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Elijan la afirmación que más les costó trazar. La van a comentar en la puesta en común.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Archivos: Expedientes_LAB2.docx y Plantillas_tabulares_curso_IA.xlsx, hoja Matriz de evidencia.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85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DURA DEL LABORATORIO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frase de la síntesis puede afirmar algo que no esté en la matriz.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afirmación le parece evidente pero no la puede trazar a un documento del expediente o al marco normativo, tiene dos opciones: no entra, o entra declarada como hipótesis con confianza baja. Esa restricción es incómoda a propósito, y es lo que hace que el ejercicio se parezca al trabajo real.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COEVALUACIÓN CRUZADA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revisen el trabajo de otro equipo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10:45 a 11:10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revisa a quién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pares están armados para que los hallazgos se iluminen entre sí.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59436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 de equipos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Entidades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qué este par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Equipos 1 y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 A y Entidad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dos son casos de personal que no se puede certificar, por razones muy distintas.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Equipos 2 y 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 B y Entidad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dos tratan del control documental, uno por defecto y el otro por exceso.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Equipos 3 y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 C y Entidad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dos son fallas de infraestructura de pago con consecuencias muy distintas.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Elijan tres afirmaciones al azar de la matriz que les tocó revisar, verifíquenlas contra el expediente y reporten cuántas resistieron.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preguntas para cerrar el bloque completo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609344"/>
            <a:ext cx="3503066" cy="2550160"/>
          </a:xfrm>
          <a:prstGeom prst="roundRect">
            <a:avLst>
              <a:gd name="adj" fmla="val 286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9572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 hallazgo era invisible desde el informe nacional?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71216"/>
            <a:ext cx="3027578" cy="105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Piensen en el informe que desmontamos el jueves pasado. Ninguno de los seis hallazgos de hoy aparece ahí, y esa es la conclusión de las dos semanas.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4314" y="1609344"/>
            <a:ext cx="3503066" cy="2550160"/>
          </a:xfrm>
          <a:prstGeom prst="roundRect">
            <a:avLst>
              <a:gd name="adj" fmla="val 286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39572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¿Cuántas afirmaciones bajaron de confianza?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871216"/>
            <a:ext cx="3027578" cy="105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alta a media o baja, al momento de intentar trazarlas. Si su equipo dice que ninguna, revisemos su matriz juntos.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1701" y="1609344"/>
            <a:ext cx="3503066" cy="2550160"/>
          </a:xfrm>
          <a:prstGeom prst="roundRect">
            <a:avLst>
              <a:gd name="adj" fmla="val 286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9445" y="1828800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9445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59445" y="239572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la herramienta y qué hicieron ustedes?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871216"/>
            <a:ext cx="3027578" cy="105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encontró y ordenó. Decidir qué se podía afirmar lo hicieron ustedes. Eso no se delega y no se va a delegar.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LÍMITE QUE MOTIVA EL MÓDULO III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hicimos estas dos semanas fue sobre texto. En el momento en que hay que calcular algo sobre datos, el chat deja de ser suficiente.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 mal uso, sino por diseño. El miércoles empieza el Módulo III con Eduardo Ramírez, y ahí van a ver cómo se pasa de pedirle un resultado a la herramienta a pedirle el código que produce el resultado. Lleven su bitácora: la van a seguir usando.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Entregables de la sesión 6 y del bloque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matriz de evidencia cualitativa del equipo, con al menos doce afirmaciones trazadas.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síntesis cualitativa de dos cuartillas que responde su pregunta de evaluación.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reporte de la coevaluación: cuántas de las tres afirmaciones que verificaron resistieron.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bitácora individual consolidada de las seis sesiones, que es el entregable que más peso tiene del bloque.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III, miércoles 23 de septiembre: análisis cuantitativo, asistentes estadísticos y entornos reproducibles.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2026-09-11T00:51:03Z</dcterms:created>
  <dcterms:modified xsi:type="dcterms:W3CDTF">2026-09-11T00:51:03Z</dcterms:modified>
</cp:coreProperties>
</file>