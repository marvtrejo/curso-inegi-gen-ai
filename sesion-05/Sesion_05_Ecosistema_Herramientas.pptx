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se usa el mismo corpus del viernes y el libro de códigos que cada equipo ratificó. Ten listo Atlas.ti o MAXQDA con un proyecto ya codificado: es lo único que hay que preparar con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tres se cubren por demostración conforme a lo indicado por la coordinación del Instituto: las herramientas no disponibles desde la infraestructura institucional pueden abordarse mediante sesiones expositivas de los instructores.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Plataformas de análisis cualitativo: codificar, medir postura y comparar contra Copilot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21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del ecosistema, con las categorías del Instituto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por equipos y la tarea de hoy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codifica y sustenta con tu herramienta asignada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común: cinco minutos por equipo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software cualitativo especializado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RAG que sí puedes operar hoy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cuadro comparativo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empiezas de cero. Trabajas sobre el corpus y el libro de códigos que ratificaste el viernes.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hoy tenemos que contestar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 que vienen del contrato del curso. Al cerrar la sesión las tres quedan respondidas con tu propio trabajo.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bien codifica cada herramienta?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tu libro de códigos ratificado sobre el mismo corpus, con una herramienta distinta a Copilot.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79806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qué tan bien mide postura?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3263392"/>
            <a:ext cx="3027578" cy="1305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polaridad y causa raíz sobre las transcripciones de foro, otra vez con tu herramienta asignada.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1701" y="2011680"/>
            <a:ext cx="3503066" cy="2757932"/>
          </a:xfrm>
          <a:prstGeom prst="roundRect">
            <a:avLst>
              <a:gd name="adj" fmla="val 265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9445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798064"/>
            <a:ext cx="3027578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es mejor o peor que Copilot?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275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comparación es el entregable de hoy y es lo que el curso se comprometió a producir.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del ecosistema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9:15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categorías son las del Instituto, no las mías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Vienen de la lista de verificación de acceso que elaboró el propio INEGI. Así queda claro qué cubre el curso de esa lista.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desde la 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se usa en el curso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Copilot, ChatGPT, Claude, 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curso. Hoy, para codificar.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sustentar hallazgos con fuentes.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Elicit, 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para buscar literatura de evaluación.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Productividad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NotebookLM, bloqueada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Hoy, en demostración.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Colab, Replit, GitHub Copilot, v0, Bolt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III y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Imagen, presentaciones y video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Firefly y Luma abren. Gamma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31 herramientas de la lista del Instituto, el curso usa 15 en ejercicio y cubre 4 más por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ESTE MAPA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tarea, no por marca. Es la única forma de que te siga sirviendo dentro de seis meses.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marcas van a cambiar antes de que termine el año. Lo que no va a cambiar son las tareas. Si sabes qué tarea tienes enfrente, vas a poder evaluar cualquier herramienta que salga después de este curso.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y la tarea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9:15 a 9:25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evalúa una herramienta a fondo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prueba las ocho. Todos hacen la misma tarea con Copilot como punto de comparación común.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7839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22860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 del Instituto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Codificar el corpus con tu libro de códigos y clasificar postura.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Asistentes generales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e investigación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 y You.com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Sustentar un hallazgo del corpus con fuentes verificables.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literatura que sostenga o contradiga ese hallazgo.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Investigación académica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mismo, y explicar en qué se diferencia de Elicit.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5: activa la prueba de Elicit hoy y no antes. Son siete días y se vencen el 28.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mitades del mismo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tareas distintas. Son los dos pasos de cualquier análisis cualitativo serio.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1 a 3: codificar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el corpus de 118 registros del viernes y su libro de códigos ya ratificado.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aplican con su herramienta asignada, no con Copilot.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clasifican postura y causa raíz sobre las transcripciones de foro.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comparan, registro por registro, contra lo que les dio Copilot el viernes.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3152394"/>
          </a:xfrm>
          <a:prstGeom prst="roundRect">
            <a:avLst>
              <a:gd name="adj" fmla="val 232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4 a 6: sustentar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2055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Toman un hallazgo que salió de la codificación del viernes.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Buscan si la evidencia lo sostiene o lo contradice, con su herramienta asignada.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las referencias que les dio existan de verdad. Ese dato solo suele ser el hallazgo del día.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comparan contra lo que da Copilot con la misma pregunta.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sin sustentar produce categorías bonitas que nadie puede defender. Sustentar sin codificar produce citas sueltas.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herramienta contra Copilot, sobre el mismo material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con Copilot Chat. Es el punto de comparación de todos los equipos. Si ya lo hiciste el viernes, revisa y anota lo que te dio.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Veinticinco minutos con tu herramienta asignada. Misma tarea, mismo corpus, mismo libro de códigos.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la diferencia, no la repetición. Si tu herramienta dio lo mismo que Copilot, eso también es un hallazgo y hay que reportarlo.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 para llenar tu renglón del cuadro comparativo y preparar cinco minutos de presentación.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Registros_atencion_ciudadana_PARTICIPANTE.xlsx y Transcripciones_foro_PARTICIPANTE.docx, en sesion-04. Cuadro: Plantillas_tabulares_curso_IA.xlsx, hoja Cuadro comparativo.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COMÚN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 por equipo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10:20 a 10:50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presentación responde cuatro cosas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demostración de la herramienta. Es un dictamen sobre ella.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mejor que Copilot?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la respuesta es nada relevante para nuestro trabajo, esa también es una conclusión válida. Dilo así.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hizo peor?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que fundió, minorías que perdió, referencias que inventó. Sé específico.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 pidió a cambio?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Cuenta, costo si se quisiera en serio, tiempo de aprendizaje, y qué información habría que darle.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98907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tarea la recomendarías?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52755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concreta de esta área. Si no encuentras ninguna, eso es lo que hay que reportar.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terminar las seis presentaciones, el cuadro comparativo queda lleno con evaluación de uso propio, no de demostración.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se resuelve con permisos de red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10:50 a 11:10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herramientas que no puedes usar hoy, y por qué importan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requieren licencia de paga y una está bloqueada. Las veo en pantalla, con el mismo corpus que acabas de trabajar.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Atlas.ti y MAXQDA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el estándar de la investigación cualitativa formal.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hacen distinto no es codificar mejor: es dejar constancia de cómo codificaron. Generan un reporte de codificación auditable.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algún día tienes que defender un análisis cualitativo ante un comité, esa es la diferencia.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citando el párrafo exacto de cada documento fuente.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justo lo que vas a construir a mano mañana en la matriz de evidencia.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bloqueada y vale la pena pedirla: es del mismo proveedor que Gemini, que sí liberaron.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3563112"/>
          </a:xfrm>
          <a:prstGeom prst="roundRect">
            <a:avLst>
              <a:gd name="adj" fmla="val 20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tienen en común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265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resuelven el mismo problema: dejar rastro de cómo se llegó al resultado.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problema no desaparece porque no tengas la herramienta. Solo cambia quién lo resuelve: mañana lo vas a resolver tú, a mano.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PRÁCTICA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RAG que sí puedes operar hoy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11:10 a 11:25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 más Copilot Chat, anclados a una carpeta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quiere decir que la herramienta busca en tus documentos antes de responder, en lugar de contestar de memoria. Eso es lo que hace NotebookLM, y es lo que puedes armar con lo que ya tienes.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 una carpeta de OneDrive como base documental de tu tema. Una carpeta por asunto, no una por año.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 los archivos de manera que el nombre diga qué contiene. Copilot busca por nombre antes que por contenido.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Copilot Chat referenciando la carpeta o sus archivos, y compara contra la misma pregunta sin anclar. La diferencia suele ser grande.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único de hoy que funciona con información amarilla; lo demás que probaste es solo para información pública. Si tu área vive en SharePoint, el mismo método aplica: verifica primero que tu Copilot Chat alcance esa carpeta.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cuadro comparativo consolidado, con las ocho herramientas evaluadas por uso propio de los seis equipos.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cuartilla por equipo: cuál herramienta valdría la pena contratar o solicitar, con costo estimado y para qué tarea.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cuartilla no es un ejercicio de curso. Es el borrador de una solicitud real que tu área puede presentar.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mañana: revisa tu bitácora completa y lee el expediente del Laboratorio 2 si todavía no lo haces.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6, martes 22 de septiembre: laboratorio cualitativo aplicado y cierre del bloque.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