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Hoy se usa el mismo corpus del viernes y el libro de códigos que cada equipo ratificó. Ten listo Atlas.ti o MAXQDA con un proyecto ya codificado: es lo único que hay que preparar con tiempo.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Estas tres se cubren por demostración conforme a lo indicado por la coordinación del Instituto: las herramientas no disponibles desde la infraestructura institucional pueden abordarse mediante sesiones expositivas de los instructores.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2011680"/>
            <a:ext cx="5852160" cy="5852160"/>
          </a:xfrm>
          <a:prstGeom prst="ellipse">
            <a:avLst/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4206240"/>
            <a:ext cx="4206240" cy="4206240"/>
          </a:xfrm>
          <a:prstGeom prst="ellipse">
            <a:avLst/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66928" y="141732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II. ANÁLISIS CUALITATIVO ASISTIDO POR IA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745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85A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Sesión 5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560320"/>
            <a:ext cx="10607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Plataformas de análisis cualitativo: codificar, medir postura y comparar contra Copilot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566928" y="4480560"/>
            <a:ext cx="5120640" cy="54864"/>
          </a:xfrm>
          <a:prstGeom prst="roundRect">
            <a:avLst>
              <a:gd name="adj" fmla="val 50000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66928" y="470916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Lunes 21 de septiembre de 2026, 9:00 a 11:30 horas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512064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de Inteligencia Artificial Aplicada. INEGI 2026. CC BY-NC-SA 4.0.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2290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vamos a usar los 150 minutos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9485071" y="457200"/>
            <a:ext cx="2139696" cy="347472"/>
          </a:xfrm>
          <a:prstGeom prst="roundRect">
            <a:avLst>
              <a:gd name="adj" fmla="val 5000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485071" y="457200"/>
            <a:ext cx="2139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9:00 a 11:30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408176"/>
            <a:ext cx="5364328" cy="1081278"/>
          </a:xfrm>
          <a:prstGeom prst="roundRect">
            <a:avLst>
              <a:gd name="adj" fmla="val 592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6384" y="1408176"/>
            <a:ext cx="1371600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9:00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1463040"/>
            <a:ext cx="351724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mapa del ecosistema, con las categorías del Instituto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635758"/>
            <a:ext cx="5364328" cy="1081278"/>
          </a:xfrm>
          <a:prstGeom prst="roundRect">
            <a:avLst>
              <a:gd name="adj" fmla="val 592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6384" y="2635758"/>
            <a:ext cx="1371600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9:15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2194560" y="2690622"/>
            <a:ext cx="351724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reparto por equipos y la tarea de hoy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66928" y="3863340"/>
            <a:ext cx="5364328" cy="1081278"/>
          </a:xfrm>
          <a:prstGeom prst="roundRect">
            <a:avLst>
              <a:gd name="adj" fmla="val 592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86384" y="3863340"/>
            <a:ext cx="1371600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9:25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194560" y="3918204"/>
            <a:ext cx="351724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Práctica: codifica y sustenta con tu herramienta asignada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66928" y="5090922"/>
            <a:ext cx="5364328" cy="1081278"/>
          </a:xfrm>
          <a:prstGeom prst="roundRect">
            <a:avLst>
              <a:gd name="adj" fmla="val 5920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86384" y="5090922"/>
            <a:ext cx="1371600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5A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10:10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2194560" y="5145786"/>
            <a:ext cx="351724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Receso de diez minutos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260440" y="1408176"/>
            <a:ext cx="5364328" cy="1081278"/>
          </a:xfrm>
          <a:prstGeom prst="roundRect">
            <a:avLst>
              <a:gd name="adj" fmla="val 592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79896" y="1408176"/>
            <a:ext cx="1371600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10:20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888072" y="1463040"/>
            <a:ext cx="351724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Puesta en común: cinco minutos por equipo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260440" y="2635758"/>
            <a:ext cx="5364328" cy="1081278"/>
          </a:xfrm>
          <a:prstGeom prst="roundRect">
            <a:avLst>
              <a:gd name="adj" fmla="val 592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79896" y="2635758"/>
            <a:ext cx="1371600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10:50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888072" y="2690622"/>
            <a:ext cx="351724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Demostración del software cualitativo especializado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6260440" y="3863340"/>
            <a:ext cx="5364328" cy="1081278"/>
          </a:xfrm>
          <a:prstGeom prst="roundRect">
            <a:avLst>
              <a:gd name="adj" fmla="val 592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79896" y="3863340"/>
            <a:ext cx="1371600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11:10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7888072" y="3918204"/>
            <a:ext cx="351724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RAG que sí puedes operar hoy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6260440" y="5090922"/>
            <a:ext cx="5364328" cy="1081278"/>
          </a:xfrm>
          <a:prstGeom prst="roundRect">
            <a:avLst>
              <a:gd name="adj" fmla="val 592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479896" y="5090922"/>
            <a:ext cx="1371600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11:25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888072" y="5145786"/>
            <a:ext cx="351724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y cuadro comparativo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6327648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no empiezas de cero. Trabajas sobre el corpus y el libro de códigos que ratificaste el viernes.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2290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hoy tenemos que contestar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280160"/>
            <a:ext cx="99605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preguntas que vienen del contrato del curso. Al cerrar la sesión las tres quedan respondidas con tu propio trabajo.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2011680"/>
            <a:ext cx="3503066" cy="2757932"/>
          </a:xfrm>
          <a:prstGeom prst="roundRect">
            <a:avLst>
              <a:gd name="adj" fmla="val 2652"/>
            </a:avLst>
          </a:prstGeom>
          <a:solidFill>
            <a:srgbClr val="D7E7E7"/>
          </a:solidFill>
          <a:ln w="12700">
            <a:solidFill>
              <a:srgbClr val="D7E7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2231136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04672" y="2231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2798064"/>
            <a:ext cx="3027578" cy="583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tan bien codifica cada herramienta?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3527552"/>
            <a:ext cx="3027578" cy="1040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Aplicar tu libro de códigos ratificado sobre el mismo corpus, con una herramienta distinta a Copilot.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44314" y="2011680"/>
            <a:ext cx="3503066" cy="2757932"/>
          </a:xfrm>
          <a:prstGeom prst="roundRect">
            <a:avLst>
              <a:gd name="adj" fmla="val 2652"/>
            </a:avLst>
          </a:prstGeom>
          <a:solidFill>
            <a:srgbClr val="D7E7E7"/>
          </a:solidFill>
          <a:ln w="12700">
            <a:solidFill>
              <a:srgbClr val="D7E7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82058" y="2231136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82058" y="2231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582058" y="2798064"/>
            <a:ext cx="3027578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¿Y qué tan bien mide postura?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582058" y="3263392"/>
            <a:ext cx="3027578" cy="1305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Clasificar polaridad y causa raíz sobre las transcripciones de foro, otra vez con tu herramienta asignada.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21701" y="2011680"/>
            <a:ext cx="3503066" cy="2757932"/>
          </a:xfrm>
          <a:prstGeom prst="roundRect">
            <a:avLst>
              <a:gd name="adj" fmla="val 2652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59445" y="2231136"/>
            <a:ext cx="420624" cy="420624"/>
          </a:xfrm>
          <a:prstGeom prst="ellipse">
            <a:avLst/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59445" y="2231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359445" y="2798064"/>
            <a:ext cx="3027578" cy="583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¿En qué es mejor o peor que Copilot?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359445" y="3527552"/>
            <a:ext cx="3027578" cy="1040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Esa comparación es el entregable de hoy y es lo que el curso se comprometió a producir.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2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331720"/>
            <a:ext cx="1371600" cy="1371600"/>
          </a:xfrm>
          <a:prstGeom prst="ellipse">
            <a:avLst/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233172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2487168" y="233172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 BLOQUE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2487168" y="2697480"/>
            <a:ext cx="8961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mapa del ecosistema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9631375" y="457200"/>
            <a:ext cx="1993392" cy="347472"/>
          </a:xfrm>
          <a:prstGeom prst="roundRect">
            <a:avLst>
              <a:gd name="adj" fmla="val 50000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31375" y="457200"/>
            <a:ext cx="1993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9:00 a 9:15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2290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categorías son las del Instituto, no las mías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280160"/>
            <a:ext cx="99605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Vienen de la lista de verificación de acceso que elaboró el propio INEGI. Así queda claro qué cubre el curso de esa lista.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901952"/>
          <a:ext cx="11057839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931920"/>
                <a:gridCol w="43891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Categoría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Abre desde la red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Dónde se usa en el curso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Asistentes generales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Copilot, ChatGPT, Claude, Gemini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Todo el curso. Hoy, para codificar.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Búsqueda e investigación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Perplexity, You.com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Hoy, para sustentar hallazgos con fuentes.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Investigación académica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Elicit, Consensus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Hoy, para buscar literatura de evaluación.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Productividad e investigación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NotebookLM, bloqueada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Hoy, en demostración.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Código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Colab, Replit, GitHub Copilot, v0, Bolt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Módulos III y IV.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Imagen, presentaciones y video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Firefly y Luma abren. Gamma no.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Módulo IV.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66928" y="6327648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las 31 herramientas de la lista del Instituto, el curso usa 15 en ejercicio y cubre 4 más por demostración.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62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4023360" cy="4023360"/>
          </a:xfrm>
          <a:prstGeom prst="ellipse">
            <a:avLst/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32688" y="137160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85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LEER ESTE MAPA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932688" y="1828800"/>
            <a:ext cx="10241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tarea, no por marca. Es la única forma de que te siga sirviendo dentro de seis meses.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932688" y="4343400"/>
            <a:ext cx="10058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marcas van a cambiar antes de que termine el año. Lo que no va a cambiar son las tareas. Si sabes qué tarea tienes enfrente, vas a poder evaluar cualquier herramienta que salga después de este curso.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62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331720"/>
            <a:ext cx="1371600" cy="1371600"/>
          </a:xfrm>
          <a:prstGeom prst="ellipse">
            <a:avLst/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233172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2487168" y="233172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SEGUNDO BLOQUE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2487168" y="2697480"/>
            <a:ext cx="8961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reparto y la tarea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9631375" y="457200"/>
            <a:ext cx="1993392" cy="347472"/>
          </a:xfrm>
          <a:prstGeom prst="roundRect">
            <a:avLst>
              <a:gd name="adj" fmla="val 50000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31375" y="457200"/>
            <a:ext cx="1993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9:15 a 9:25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2290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equipo evalúa una herramienta a fondo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280160"/>
            <a:ext cx="99605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Nadie prueba las ocho. Todos hacen la misma tarea con Copilot como punto de comparación común.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901952"/>
          <a:ext cx="11057839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743200"/>
                <a:gridCol w="2286000"/>
                <a:gridCol w="48463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Equipo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Categoría del Instituto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Herramienta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Tarea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Asistentes generales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ChatGPT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Codificar el corpus con tu libro de códigos y clasificar postura.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Asistentes generales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 mismo.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Asistentes generales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Gemini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 mismo.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Búsqueda e investigación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Perplexity y You.com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Sustentar un hallazgo del corpus con fuentes verificables.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Investigación académica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Elicit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Buscar literatura que sostenga o contradiga ese hallazgo.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Investigación académica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Consensus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 mismo, y explicar en qué se diferencia de Elicit.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66928" y="6327648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5: activa la prueba de Elicit hoy y no antes. Son siete días y se vencen el 28.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2290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dos mitades del mismo trabajo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280160"/>
            <a:ext cx="99605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son tareas distintas. Son los dos pasos de cualquier análisis cualitativo serio.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1810512"/>
            <a:ext cx="5364328" cy="3152394"/>
          </a:xfrm>
          <a:prstGeom prst="roundRect">
            <a:avLst>
              <a:gd name="adj" fmla="val 2321"/>
            </a:avLst>
          </a:prstGeom>
          <a:solidFill>
            <a:srgbClr val="D7E7E7"/>
          </a:solidFill>
          <a:ln w="12700">
            <a:solidFill>
              <a:srgbClr val="D7E7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6928" y="1810512"/>
            <a:ext cx="5364328" cy="658368"/>
          </a:xfrm>
          <a:prstGeom prst="roundRect">
            <a:avLst>
              <a:gd name="adj" fmla="val 11111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2176272"/>
            <a:ext cx="5364328" cy="292608"/>
          </a:xfrm>
          <a:prstGeom prst="rect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1810512"/>
            <a:ext cx="48522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Equipos 1 a 3: codificar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79192"/>
            <a:ext cx="4852264" cy="20551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Toman el corpus de 118 registros del viernes y su libro de códigos ya ratificado.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aplican con su herramienta asignada, no con Copilot.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Después clasifican postura y causa raíz sobre las transcripciones de foro.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comparan, registro por registro, contra lo que les dio Copilot el viernes.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60440" y="1810512"/>
            <a:ext cx="5364328" cy="3152394"/>
          </a:xfrm>
          <a:prstGeom prst="roundRect">
            <a:avLst>
              <a:gd name="adj" fmla="val 2321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60440" y="1810512"/>
            <a:ext cx="5364328" cy="658368"/>
          </a:xfrm>
          <a:prstGeom prst="roundRect">
            <a:avLst>
              <a:gd name="adj" fmla="val 11111"/>
            </a:avLst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60440" y="2176272"/>
            <a:ext cx="5364328" cy="292608"/>
          </a:xfrm>
          <a:prstGeom prst="rect">
            <a:avLst/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16472" y="1810512"/>
            <a:ext cx="48522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Equipos 4 a 6: sustentar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6516472" y="2679192"/>
            <a:ext cx="4852264" cy="20551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Toman un hallazgo que salió de la codificación del viernes.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Buscan si la evidencia lo sostiene o lo contradice, con su herramienta asignada.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Verifican que las referencias que les dio existan de verdad. Ese dato solo suele ser el hallazgo del día.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comparan contra lo que da Copilot con la misma pregunta.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6327648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Codificar sin sustentar produce categorías bonitas que nadie puede defender. Sustentar sin codificar produce citas sueltas.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7E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2788920" cy="457200"/>
          </a:xfrm>
          <a:prstGeom prst="roundRect">
            <a:avLst>
              <a:gd name="adj" fmla="val 50000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45720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 TURNO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704527" y="457200"/>
            <a:ext cx="1920240" cy="457200"/>
          </a:xfrm>
          <a:prstGeom prst="roundRect">
            <a:avLst>
              <a:gd name="adj" fmla="val 50000"/>
            </a:avLst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704527" y="4572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 minutos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078992"/>
            <a:ext cx="110578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 herramienta contra Copilot, sobre el mismo material</a:t>
            </a:r>
            <a:endParaRPr lang="en-US" sz="2900" dirty="0"/>
          </a:p>
        </p:txBody>
      </p:sp>
      <p:sp>
        <p:nvSpPr>
          <p:cNvPr id="7" name="Shape 5"/>
          <p:cNvSpPr/>
          <p:nvPr/>
        </p:nvSpPr>
        <p:spPr>
          <a:xfrm>
            <a:off x="566928" y="192024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202425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6384" y="202425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408176" y="201168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Quince minutos con Copilot. Es el punto de comparación de todos los equipos. Si ya lo hiciste el viernes, revisa y anota lo que te dio.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66928" y="273177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86384" y="283578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86384" y="283578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408176" y="282321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Veinticinco minutos con tu herramienta asignada. Misma tarea, mismo corpus, mismo libro de códigos.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566928" y="354330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86384" y="364731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86384" y="364731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408176" y="363474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 la diferencia, no la repetición. Si tu herramienta dio lo mismo que Copilot, eso también es un hallazgo y hay que reportarlo.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66928" y="435483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86384" y="445884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86384" y="445884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408176" y="444627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minutos para llenar tu renglón del cuadro comparativo y preparar cinco minutos de presentación.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566928" y="5193792"/>
            <a:ext cx="11057839" cy="777240"/>
          </a:xfrm>
          <a:prstGeom prst="roundRect">
            <a:avLst>
              <a:gd name="adj" fmla="val 8235"/>
            </a:avLst>
          </a:prstGeom>
          <a:solidFill>
            <a:srgbClr val="16262E"/>
          </a:solidFill>
          <a:ln w="12700">
            <a:solidFill>
              <a:srgbClr val="16262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41248" y="5193792"/>
            <a:ext cx="1050919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Corpus: Registros_atencion_ciudadana_PARTICIPANTE.xlsx. Cuadro: Plantillas_tabulares_curso_IA.xlsx, hoja Cuadro comparativo.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62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331720"/>
            <a:ext cx="1371600" cy="1371600"/>
          </a:xfrm>
          <a:prstGeom prst="ellipse">
            <a:avLst/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233172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2487168" y="233172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PUESTA EN COMÚN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2487168" y="2697480"/>
            <a:ext cx="8961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Cinco minutos por equipo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9338767" y="457200"/>
            <a:ext cx="2286000" cy="347472"/>
          </a:xfrm>
          <a:prstGeom prst="roundRect">
            <a:avLst>
              <a:gd name="adj" fmla="val 50000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338767" y="45720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10:20 a 10:50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2290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 presentación responde cuatro cosas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280160"/>
            <a:ext cx="99605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 una demostración de la herramienta. Es un dictamen sobre ella.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2011680"/>
            <a:ext cx="2558720" cy="2989072"/>
          </a:xfrm>
          <a:prstGeom prst="roundRect">
            <a:avLst>
              <a:gd name="adj" fmla="val 2859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2231136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04672" y="2231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2798064"/>
            <a:ext cx="2083232" cy="583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hizo mejor que Copilot?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3527552"/>
            <a:ext cx="2083232" cy="127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si la respuesta es nada relevante para nuestro trabajo, esa también es una conclusión válida. Dilo así.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399968" y="2011680"/>
            <a:ext cx="2558720" cy="2989072"/>
          </a:xfrm>
          <a:prstGeom prst="roundRect">
            <a:avLst>
              <a:gd name="adj" fmla="val 2859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37712" y="2231136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37712" y="2231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637712" y="2798064"/>
            <a:ext cx="2083232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hizo peor?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637712" y="3263392"/>
            <a:ext cx="2083232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Categorías que fundió, minorías que perdió, referencias que inventó. Sé específico.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33008" y="2011680"/>
            <a:ext cx="2558720" cy="2989072"/>
          </a:xfrm>
          <a:prstGeom prst="roundRect">
            <a:avLst>
              <a:gd name="adj" fmla="val 2859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70752" y="2231136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70752" y="2231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470752" y="2798064"/>
            <a:ext cx="2083232" cy="583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te pidió a cambio?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70752" y="3527552"/>
            <a:ext cx="2083232" cy="127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Cuenta, costo si se quisiera en serio, tiempo de aprendizaje, y qué información habría que darle.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9066047" y="2011680"/>
            <a:ext cx="2558720" cy="2989072"/>
          </a:xfrm>
          <a:prstGeom prst="roundRect">
            <a:avLst>
              <a:gd name="adj" fmla="val 2859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303791" y="2231136"/>
            <a:ext cx="420624" cy="420624"/>
          </a:xfrm>
          <a:prstGeom prst="ellipse">
            <a:avLst/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303791" y="2231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9303791" y="2798064"/>
            <a:ext cx="2083232" cy="583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¿Para qué tarea la recomendarías?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9303791" y="3527552"/>
            <a:ext cx="2083232" cy="127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tarea concreta de esta área. Si no encuentras ninguna, eso es lo que hay que reportar.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566928" y="6327648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terminar las seis presentaciones, el cuadro comparativo queda lleno con evaluación de uso propio, no de demostración.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62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331720"/>
            <a:ext cx="1371600" cy="1371600"/>
          </a:xfrm>
          <a:prstGeom prst="ellipse">
            <a:avLst/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233172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2487168" y="233172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DEMOSTRACIÓN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2487168" y="2697480"/>
            <a:ext cx="8961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no se resuelve con permisos de red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9338767" y="457200"/>
            <a:ext cx="2286000" cy="347472"/>
          </a:xfrm>
          <a:prstGeom prst="roundRect">
            <a:avLst>
              <a:gd name="adj" fmla="val 50000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338767" y="45720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10:50 a 11:10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2290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herramientas que no puedes usar hoy, y por qué importan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280160"/>
            <a:ext cx="99605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requieren licencia de paga y una está bloqueada. Las veo en pantalla, con el mismo corpus que acabas de trabajar.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2011680"/>
            <a:ext cx="3503066" cy="3563112"/>
          </a:xfrm>
          <a:prstGeom prst="roundRect">
            <a:avLst>
              <a:gd name="adj" fmla="val 2088"/>
            </a:avLst>
          </a:prstGeom>
          <a:solidFill>
            <a:srgbClr val="D7E7E7"/>
          </a:solidFill>
          <a:ln w="12700">
            <a:solidFill>
              <a:srgbClr val="D7E7E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2249424"/>
            <a:ext cx="3027578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Atlas.ti y MAXQDA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04672" y="2714752"/>
            <a:ext cx="3027578" cy="265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 el estándar de la investigación cualitativa formal.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hacen distinto no es codificar mejor: es dejar constancia de cómo codificaron. Generan un reporte de codificación auditable.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algún día tienes que defender un análisis cualitativo ante un comité, esa es la diferencia.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44314" y="2011680"/>
            <a:ext cx="3503066" cy="3563112"/>
          </a:xfrm>
          <a:prstGeom prst="roundRect">
            <a:avLst>
              <a:gd name="adj" fmla="val 2088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82058" y="2249424"/>
            <a:ext cx="3027578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NotebookLM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582058" y="2714752"/>
            <a:ext cx="3027578" cy="265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 citando el párrafo exacto de cada documento fuente.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justo lo que vas a construir a mano mañana en la matriz de evidencia.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Está bloqueada y vale la pena pedirla: es del mismo proveedor que Gemini, que sí liberaron.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121701" y="2011680"/>
            <a:ext cx="3503066" cy="3563112"/>
          </a:xfrm>
          <a:prstGeom prst="roundRect">
            <a:avLst>
              <a:gd name="adj" fmla="val 2088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59445" y="2249424"/>
            <a:ext cx="3027578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tienen en común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359445" y="2714752"/>
            <a:ext cx="3027578" cy="265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tres resuelven el mismo problema: dejar rastro de cómo se llegó al resultado.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 problema no desaparece porque no tengas la herramienta. Solo cambia quién lo resuelve: mañana lo vas a resolver tú, a mano.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62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331720"/>
            <a:ext cx="1371600" cy="1371600"/>
          </a:xfrm>
          <a:prstGeom prst="ellipse">
            <a:avLst/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233172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2487168" y="233172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RESPUESTA PRÁCTICA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2487168" y="2697480"/>
            <a:ext cx="8961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RAG que sí puedes operar hoy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9338767" y="457200"/>
            <a:ext cx="2286000" cy="347472"/>
          </a:xfrm>
          <a:prstGeom prst="roundRect">
            <a:avLst>
              <a:gd name="adj" fmla="val 50000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338767" y="45720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11:10 a 11:25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7E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2788920" cy="457200"/>
          </a:xfrm>
          <a:prstGeom prst="roundRect">
            <a:avLst>
              <a:gd name="adj" fmla="val 50000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45720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 TURNO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704527" y="457200"/>
            <a:ext cx="1920240" cy="457200"/>
          </a:xfrm>
          <a:prstGeom prst="roundRect">
            <a:avLst>
              <a:gd name="adj" fmla="val 50000"/>
            </a:avLst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704527" y="4572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minutos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078992"/>
            <a:ext cx="110578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SharePoint más Copilot anclado a una carpeta</a:t>
            </a:r>
            <a:endParaRPr lang="en-US" sz="2900" dirty="0"/>
          </a:p>
        </p:txBody>
      </p:sp>
      <p:sp>
        <p:nvSpPr>
          <p:cNvPr id="7" name="Shape 5"/>
          <p:cNvSpPr/>
          <p:nvPr/>
        </p:nvSpPr>
        <p:spPr>
          <a:xfrm>
            <a:off x="566928" y="192024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202425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6384" y="202425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408176" y="201168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quiere decir que la herramienta busca en tus documentos antes de responder, en lugar de contestar de memoria. Eso es lo que hace NotebookLM, y es lo que puedes armar con lo que ya tienes.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66928" y="273177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86384" y="283578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86384" y="283578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408176" y="282321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 una carpeta de SharePoint como base documental de tu tema. Una carpeta por asunto, no una por año.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566928" y="354330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86384" y="364731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86384" y="364731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408176" y="363474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Nombra los archivos de manera que el nombre diga qué contiene. Copilot busca por nombre antes que por contenido.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66928" y="435483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86384" y="445884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86384" y="445884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408176" y="444627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 la pregunta señalando la carpeta expresamente, y compara contra la misma pregunta sin anclar. La diferencia suele ser grande.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566928" y="5193792"/>
            <a:ext cx="11057839" cy="777240"/>
          </a:xfrm>
          <a:prstGeom prst="roundRect">
            <a:avLst>
              <a:gd name="adj" fmla="val 8235"/>
            </a:avLst>
          </a:prstGeom>
          <a:solidFill>
            <a:srgbClr val="16262E"/>
          </a:solidFill>
          <a:ln w="12700">
            <a:solidFill>
              <a:srgbClr val="16262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41248" y="5193792"/>
            <a:ext cx="1050919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 es lo único de hoy que funciona con información amarilla. Todo lo demás que probaste es solo para información pública.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62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737360" y="3931920"/>
            <a:ext cx="4754880" cy="4754880"/>
          </a:xfrm>
          <a:prstGeom prst="ellipse">
            <a:avLst/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68580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85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SALIR DE HOY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09728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entregas hoy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2011680"/>
            <a:ext cx="11057839" cy="857250"/>
          </a:xfrm>
          <a:prstGeom prst="roundRect">
            <a:avLst>
              <a:gd name="adj" fmla="val 7467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2239137"/>
            <a:ext cx="402336" cy="402336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04672" y="2239137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426464" y="2084832"/>
            <a:ext cx="9960559" cy="7109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cuadro comparativo consolidado, con las ocho herramientas evaluadas por uso propio de los seis equipos.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66928" y="3051810"/>
            <a:ext cx="11057839" cy="857250"/>
          </a:xfrm>
          <a:prstGeom prst="roundRect">
            <a:avLst>
              <a:gd name="adj" fmla="val 7467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04672" y="3279267"/>
            <a:ext cx="402336" cy="402336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04672" y="3279267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426464" y="3124962"/>
            <a:ext cx="9960559" cy="7109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cuartilla por equipo: cuál herramienta valdría la pena contratar o solicitar, con costo estimado y para qué tarea.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66928" y="4091940"/>
            <a:ext cx="11057839" cy="857250"/>
          </a:xfrm>
          <a:prstGeom prst="roundRect">
            <a:avLst>
              <a:gd name="adj" fmla="val 7467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4672" y="4319397"/>
            <a:ext cx="402336" cy="402336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4672" y="4319397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426464" y="4165092"/>
            <a:ext cx="9960559" cy="7109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Esa cuartilla no es un ejercicio de curso. Es el borrador de una solicitud real que tu área puede presentar.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566928" y="5132070"/>
            <a:ext cx="11057839" cy="857250"/>
          </a:xfrm>
          <a:prstGeom prst="roundRect">
            <a:avLst>
              <a:gd name="adj" fmla="val 7467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" y="5359527"/>
            <a:ext cx="402336" cy="402336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04672" y="5359527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426464" y="5205222"/>
            <a:ext cx="9960559" cy="7109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mañana: revisa tu bitácora completa y lee el expediente del Laboratorio 2 si todavía no lo haces.</a:t>
            </a:r>
            <a:endParaRPr lang="en-US" sz="145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6172200"/>
            <a:ext cx="1105783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6, martes 22 de septiembre: laboratorio cualitativo aplicado y cierre del bloque.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Curso de Inteligencia Artificial Aplicada</dc:creator>
  <cp:lastModifiedBy>Curso de Inteligencia Artificial Aplicada</cp:lastModifiedBy>
  <cp:revision>1</cp:revision>
  <dcterms:created xsi:type="dcterms:W3CDTF">2026-09-14T00:37:05Z</dcterms:created>
  <dcterms:modified xsi:type="dcterms:W3CDTF">2026-09-14T00:37:05Z</dcterms:modified>
</cp:coreProperties>
</file>